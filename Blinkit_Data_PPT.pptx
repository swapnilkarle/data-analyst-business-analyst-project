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6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Blinkit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A Data Cleaning and KPI Analysis Project using SQL &amp;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6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Business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6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KPI’s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• Total Sales: The overall revenue generated from all items sold.</a:t>
            </a:r>
            <a:br/>
            <a:r>
              <a:t>• Average Sales: The average revenue per sale.</a:t>
            </a:r>
            <a:br/>
            <a:r>
              <a:t>• Number of Items: The total count of different items sold.</a:t>
            </a:r>
            <a:br/>
            <a:r>
              <a:t>• Average Rating: The average customer rating for items sold.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6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Granular Requirements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1. Total Sales by Fat Content:</a:t>
            </a:r>
            <a:br/>
            <a:r>
              <a:t>   Objective: Analyze the impact of fat content on total sales.</a:t>
            </a:r>
            <a:br/>
            <a:r>
              <a:t>   Metrics: How KPIs vary with fat content.</a:t>
            </a:r>
            <a:br/>
            <a:br/>
            <a:r>
              <a:t>2. Total Sales by Item Type:</a:t>
            </a:r>
            <a:br/>
            <a:r>
              <a:t>   Objective: Identify performance of different item types in total sales.</a:t>
            </a:r>
            <a:br/>
            <a:r>
              <a:t>   Metrics: KPIs variation with item 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6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Granular Requirements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3. Fat Content by Outlet for Total Sales:</a:t>
            </a:r>
            <a:br/>
            <a:r>
              <a:t>   Objective: Compare total sales across outlets segmented by fat content.</a:t>
            </a:r>
            <a:br/>
            <a:r>
              <a:t>   Metrics: KPI variation per outlet.</a:t>
            </a:r>
            <a:br/>
            <a:br/>
            <a:r>
              <a:t>4. Total Sales by Outlet Establishment:</a:t>
            </a:r>
            <a:br/>
            <a:r>
              <a:t>   Objective: Evaluate how outlet age/type influences total sales.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6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Chart’s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5. Percentage of Sales by Outlet Size:</a:t>
            </a:r>
            <a:br/>
            <a:r>
              <a:t>   Objective: Correlation between outlet size and total sales.</a:t>
            </a:r>
            <a:br/>
            <a:br/>
            <a:r>
              <a:t>6. Sales by Outlet Location:</a:t>
            </a:r>
            <a:br/>
            <a:r>
              <a:t>   Objective: Assess geographic distribution of sales.</a:t>
            </a:r>
            <a:br/>
            <a:br/>
            <a:r>
              <a:t>7. All Metrics by Outlet Type:</a:t>
            </a:r>
            <a:br/>
            <a:r>
              <a:t>   Objective: View all key metrics (Sales, Avg Sales, Items, Rating) by outlet type.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6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SQL queries and Power BI visualizations provide insight into sales trends, outlet performance, and customer ratings. Data cleaning ensures consistent KPIs for accurate business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